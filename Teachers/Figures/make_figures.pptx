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/>
    <p:restoredTop sz="94660"/>
  </p:normalViewPr>
  <p:slideViewPr>
    <p:cSldViewPr snapToGrid="0">
      <p:cViewPr varScale="1">
        <p:scale>
          <a:sx n="160" d="100"/>
          <a:sy n="160" d="100"/>
        </p:scale>
        <p:origin x="16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190BB-0568-5849-97E9-7CC984FEB8A5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6A5D8-99E8-394D-BD4F-AB5771DC43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0871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6A5D8-99E8-394D-BD4F-AB5771DC437A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0316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DC4093-1879-AEEA-7585-408477B7D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4E1675E-78E2-9338-A32F-A26A9A4FD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A08BF33-BB8D-139B-13C1-A2B8C623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D684-1A4E-3A4C-BB71-BA4209553AB4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759A736-DE7C-EF48-A75D-FA97B7BB1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204A7E6-50E7-42FD-5671-F1CB4F64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5AD43-C0F3-1D48-896C-ADB1E789FE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1368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FD53E4-9157-D803-FED8-A2F66C490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62A354-EB7F-DB45-587B-244898C9E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660FABF-E163-17D5-D7E8-A1BFA6FDB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D684-1A4E-3A4C-BB71-BA4209553AB4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6DAE3F8-6F41-C50F-354F-F7A3DB867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C943608-DB0D-7CD6-19BB-85A3378B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5AD43-C0F3-1D48-896C-ADB1E789FE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8189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C723C1-9465-8A9B-98C9-D8B6204A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CB756DD-9C51-CAF0-5856-ECD6500D1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A953EDB-649B-8D24-EC73-90AC9E2C8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D684-1A4E-3A4C-BB71-BA4209553AB4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86946A2-6394-7C29-F1EB-B043146B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DB22A9F-E79D-C2C0-CC98-FC1632D3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5AD43-C0F3-1D48-896C-ADB1E789FE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4081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F17077-EB07-3C73-03EE-4FE2AE6B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9E5B658-8EC4-6E17-5B46-4C9081B03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C0B1D3F-FEBD-2492-4A78-EEFBCA599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365CF87-A6DE-C9C4-27A0-81BFEF97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D684-1A4E-3A4C-BB71-BA4209553AB4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76A96B5-08D8-F5BE-FDFA-27A858D9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14119C8-CD27-36F1-E960-176A9E5B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5AD43-C0F3-1D48-896C-ADB1E789FE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4359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D2BC1-CF87-8C5D-7E7F-484CA195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E23C922-D176-7D2E-02D9-1DEE0F64C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136DF088-BB7B-0875-3D46-02E7E5114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2EF664CF-124E-226F-A57B-48EF3018E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912F1C6-FDA1-828A-B7E3-7BF5F7FC2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6016EEAD-36AE-CCD4-A8B3-B57491659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D684-1A4E-3A4C-BB71-BA4209553AB4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97A694ED-CEBD-47CF-FDC6-5A2A0B7F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D142FB03-405E-B426-B79C-D7A0D114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5AD43-C0F3-1D48-896C-ADB1E789FE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9471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687898-B45E-749E-1A3E-8A53ECF9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797BDE6-5D16-0CEB-0148-A33AA6BA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D684-1A4E-3A4C-BB71-BA4209553AB4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ED4619A-CAE9-00EC-2CAD-F6FF1D3B4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6EEEFDE-AC17-7E5C-3D94-7150DFA6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5AD43-C0F3-1D48-896C-ADB1E789FE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054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9A384F5B-5037-6113-EBA7-FCE0DC06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D684-1A4E-3A4C-BB71-BA4209553AB4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7CE12BBE-5F0C-293F-8054-814715F85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963C423-F025-9F61-23C6-BA9F5440C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5AD43-C0F3-1D48-896C-ADB1E789FE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1044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0D7EB2-EF6E-978A-6950-A5A384BDF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6259F95-7E60-C59D-145D-75F77C7D9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FD23F3A-7773-FD25-2F2F-2CEE5CD35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C9E6EDC-1FE9-0180-84BF-1B446415A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D684-1A4E-3A4C-BB71-BA4209553AB4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0F58DB0-FFE1-AE29-25BC-D7F6EC17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41A80F9-AE91-25D0-65C0-AD2E74F9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5AD43-C0F3-1D48-896C-ADB1E789FE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18700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F75DAC-5D7C-7543-E29B-F3989DFF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755DFD99-224B-AD94-9806-DE70AC004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00A8DC1-190B-80CA-A393-5EFE99EF3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1E1D8FB-A132-4719-DDD7-0D7F25CA9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D684-1A4E-3A4C-BB71-BA4209553AB4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9676C02-478C-6F54-54EE-57112AC18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EAECD73-750E-23BA-1116-3E1D07FA8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5AD43-C0F3-1D48-896C-ADB1E789FE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98001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3E69E1-CC1D-BADB-C1EE-7BE8CF98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DAB9C1D-6D28-D0C1-6B05-B4E2AEB56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5127C90-439C-B92A-9CAF-867C710D9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D684-1A4E-3A4C-BB71-BA4209553AB4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B232367-652A-1118-C87E-122B99B8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AB7BFB0-F5D3-C0C7-D187-02BB3E20A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5AD43-C0F3-1D48-896C-ADB1E789FE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7046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B525D559-F465-510E-827B-D1C59622B6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3E60C37-E7D9-BC0C-EE36-F3DB54EF1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464D8B5-FAFC-DD45-2A2F-77678BC1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D684-1A4E-3A4C-BB71-BA4209553AB4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47ABEDA-6FD9-6B84-C196-2D1D3E79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FDE1284-BF15-39BA-2D4F-5150153A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5AD43-C0F3-1D48-896C-ADB1E789FE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8143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BA0F34EF-CB09-351D-20EE-5BF9C56A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7DC60F2-5C9A-13FE-C54F-4C30D29A9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03C6221-D6E5-BC3F-99E1-72E8C0052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4D684-1A4E-3A4C-BB71-BA4209553AB4}" type="datetimeFigureOut">
              <a:rPr lang="da-DK" smtClean="0"/>
              <a:t>27.03.2025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9DE1B30-F0F8-C9FC-F466-8E2816237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F2B33CB-7F53-5003-A1AB-4BF379B06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5AD43-C0F3-1D48-896C-ADB1E789FE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9059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E05EA-8FC3-1B81-B6C8-1A1C2CE9C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4258AD1-00A0-5A66-BBF6-7DCC76B676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4457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Mappe kontur">
            <a:extLst>
              <a:ext uri="{FF2B5EF4-FFF2-40B4-BE49-F238E27FC236}">
                <a16:creationId xmlns:a16="http://schemas.microsoft.com/office/drawing/2014/main" id="{2825E10C-A3FF-9B85-03FE-042E6DA87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5463" y="0"/>
            <a:ext cx="1466335" cy="1466335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3A43D720-6DE9-05CD-4A73-374AF9D2EC8E}"/>
              </a:ext>
            </a:extLst>
          </p:cNvPr>
          <p:cNvSpPr txBox="1"/>
          <p:nvPr/>
        </p:nvSpPr>
        <p:spPr>
          <a:xfrm>
            <a:off x="5181597" y="1235676"/>
            <a:ext cx="173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/>
              <a:t>FromExceltoR</a:t>
            </a:r>
            <a:endParaRPr lang="da-DK" dirty="0"/>
          </a:p>
        </p:txBody>
      </p:sp>
      <p:pic>
        <p:nvPicPr>
          <p:cNvPr id="13" name="Grafik 12" descr="Mappe kontur">
            <a:extLst>
              <a:ext uri="{FF2B5EF4-FFF2-40B4-BE49-F238E27FC236}">
                <a16:creationId xmlns:a16="http://schemas.microsoft.com/office/drawing/2014/main" id="{4BABE217-409B-14D1-7903-FB31C8F36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9814" y="2565401"/>
            <a:ext cx="1466335" cy="1466335"/>
          </a:xfrm>
          <a:prstGeom prst="rect">
            <a:avLst/>
          </a:prstGeom>
        </p:spPr>
      </p:pic>
      <p:sp>
        <p:nvSpPr>
          <p:cNvPr id="14" name="Tekstfelt 13">
            <a:extLst>
              <a:ext uri="{FF2B5EF4-FFF2-40B4-BE49-F238E27FC236}">
                <a16:creationId xmlns:a16="http://schemas.microsoft.com/office/drawing/2014/main" id="{AD892523-470E-80E9-E3F5-B0B8B47D94E1}"/>
              </a:ext>
            </a:extLst>
          </p:cNvPr>
          <p:cNvSpPr txBox="1"/>
          <p:nvPr/>
        </p:nvSpPr>
        <p:spPr>
          <a:xfrm>
            <a:off x="1845948" y="3801077"/>
            <a:ext cx="173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Data</a:t>
            </a:r>
          </a:p>
        </p:txBody>
      </p:sp>
      <p:cxnSp>
        <p:nvCxnSpPr>
          <p:cNvPr id="16" name="Lige forbindelse 15">
            <a:extLst>
              <a:ext uri="{FF2B5EF4-FFF2-40B4-BE49-F238E27FC236}">
                <a16:creationId xmlns:a16="http://schemas.microsoft.com/office/drawing/2014/main" id="{142AACED-9C4C-D710-B1CD-025CEA815261}"/>
              </a:ext>
            </a:extLst>
          </p:cNvPr>
          <p:cNvCxnSpPr>
            <a:cxnSpLocks/>
          </p:cNvCxnSpPr>
          <p:nvPr/>
        </p:nvCxnSpPr>
        <p:spPr>
          <a:xfrm>
            <a:off x="6098055" y="1626288"/>
            <a:ext cx="0" cy="9856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5" name="Grafik 24" descr="Mappe kontur">
            <a:extLst>
              <a:ext uri="{FF2B5EF4-FFF2-40B4-BE49-F238E27FC236}">
                <a16:creationId xmlns:a16="http://schemas.microsoft.com/office/drawing/2014/main" id="{71B8E761-9D6B-DAE1-587A-9A62D179A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4885" y="2565401"/>
            <a:ext cx="1466335" cy="1466335"/>
          </a:xfrm>
          <a:prstGeom prst="rect">
            <a:avLst/>
          </a:prstGeom>
        </p:spPr>
      </p:pic>
      <p:sp>
        <p:nvSpPr>
          <p:cNvPr id="26" name="Tekstfelt 25">
            <a:extLst>
              <a:ext uri="{FF2B5EF4-FFF2-40B4-BE49-F238E27FC236}">
                <a16:creationId xmlns:a16="http://schemas.microsoft.com/office/drawing/2014/main" id="{7D26572A-875A-EB64-41AE-992D0A17ED27}"/>
              </a:ext>
            </a:extLst>
          </p:cNvPr>
          <p:cNvSpPr txBox="1"/>
          <p:nvPr/>
        </p:nvSpPr>
        <p:spPr>
          <a:xfrm>
            <a:off x="5231019" y="3801077"/>
            <a:ext cx="173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Scripts</a:t>
            </a:r>
          </a:p>
        </p:txBody>
      </p:sp>
      <p:pic>
        <p:nvPicPr>
          <p:cNvPr id="28" name="Grafik 27" descr="Mappe kontur">
            <a:extLst>
              <a:ext uri="{FF2B5EF4-FFF2-40B4-BE49-F238E27FC236}">
                <a16:creationId xmlns:a16="http://schemas.microsoft.com/office/drawing/2014/main" id="{6B1A9F36-2FA9-0855-DCB4-848CEE5C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31166" y="2537971"/>
            <a:ext cx="1466335" cy="1466335"/>
          </a:xfrm>
          <a:prstGeom prst="rect">
            <a:avLst/>
          </a:prstGeom>
        </p:spPr>
      </p:pic>
      <p:sp>
        <p:nvSpPr>
          <p:cNvPr id="29" name="Tekstfelt 28">
            <a:extLst>
              <a:ext uri="{FF2B5EF4-FFF2-40B4-BE49-F238E27FC236}">
                <a16:creationId xmlns:a16="http://schemas.microsoft.com/office/drawing/2014/main" id="{2D929C5D-B265-50B8-EB2D-1EA12687D344}"/>
              </a:ext>
            </a:extLst>
          </p:cNvPr>
          <p:cNvSpPr txBox="1"/>
          <p:nvPr/>
        </p:nvSpPr>
        <p:spPr>
          <a:xfrm>
            <a:off x="8997300" y="3773647"/>
            <a:ext cx="173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Presentations</a:t>
            </a:r>
          </a:p>
        </p:txBody>
      </p:sp>
      <p:cxnSp>
        <p:nvCxnSpPr>
          <p:cNvPr id="31" name="Lige forbindelse 30">
            <a:extLst>
              <a:ext uri="{FF2B5EF4-FFF2-40B4-BE49-F238E27FC236}">
                <a16:creationId xmlns:a16="http://schemas.microsoft.com/office/drawing/2014/main" id="{A6E56C1C-937A-9554-2980-0DD24E88BD5A}"/>
              </a:ext>
            </a:extLst>
          </p:cNvPr>
          <p:cNvCxnSpPr>
            <a:cxnSpLocks/>
          </p:cNvCxnSpPr>
          <p:nvPr/>
        </p:nvCxnSpPr>
        <p:spPr>
          <a:xfrm flipH="1">
            <a:off x="2706817" y="2106571"/>
            <a:ext cx="2055" cy="499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Lige forbindelse 33">
            <a:extLst>
              <a:ext uri="{FF2B5EF4-FFF2-40B4-BE49-F238E27FC236}">
                <a16:creationId xmlns:a16="http://schemas.microsoft.com/office/drawing/2014/main" id="{E75352C0-8E5B-7BC4-4C04-1D0D1973E769}"/>
              </a:ext>
            </a:extLst>
          </p:cNvPr>
          <p:cNvCxnSpPr>
            <a:cxnSpLocks/>
          </p:cNvCxnSpPr>
          <p:nvPr/>
        </p:nvCxnSpPr>
        <p:spPr>
          <a:xfrm flipH="1">
            <a:off x="2711414" y="2112872"/>
            <a:ext cx="715011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Lige forbindelse 34">
            <a:extLst>
              <a:ext uri="{FF2B5EF4-FFF2-40B4-BE49-F238E27FC236}">
                <a16:creationId xmlns:a16="http://schemas.microsoft.com/office/drawing/2014/main" id="{30A69ADC-E1F1-C862-D901-FC22B22CA4EF}"/>
              </a:ext>
            </a:extLst>
          </p:cNvPr>
          <p:cNvCxnSpPr>
            <a:cxnSpLocks/>
          </p:cNvCxnSpPr>
          <p:nvPr/>
        </p:nvCxnSpPr>
        <p:spPr>
          <a:xfrm flipH="1">
            <a:off x="9861533" y="2107451"/>
            <a:ext cx="2055" cy="499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Lige forbindelse 35">
            <a:extLst>
              <a:ext uri="{FF2B5EF4-FFF2-40B4-BE49-F238E27FC236}">
                <a16:creationId xmlns:a16="http://schemas.microsoft.com/office/drawing/2014/main" id="{D88C3053-871F-0C5A-67BA-4848F83172BB}"/>
              </a:ext>
            </a:extLst>
          </p:cNvPr>
          <p:cNvCxnSpPr>
            <a:cxnSpLocks/>
          </p:cNvCxnSpPr>
          <p:nvPr/>
        </p:nvCxnSpPr>
        <p:spPr>
          <a:xfrm flipH="1">
            <a:off x="2661515" y="4170409"/>
            <a:ext cx="2055" cy="499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Lige forbindelse 36">
            <a:extLst>
              <a:ext uri="{FF2B5EF4-FFF2-40B4-BE49-F238E27FC236}">
                <a16:creationId xmlns:a16="http://schemas.microsoft.com/office/drawing/2014/main" id="{AC4FB667-0322-A509-9142-137000600853}"/>
              </a:ext>
            </a:extLst>
          </p:cNvPr>
          <p:cNvCxnSpPr>
            <a:cxnSpLocks/>
          </p:cNvCxnSpPr>
          <p:nvPr/>
        </p:nvCxnSpPr>
        <p:spPr>
          <a:xfrm flipH="1">
            <a:off x="2206376" y="4666043"/>
            <a:ext cx="91027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kstfelt 44">
            <a:extLst>
              <a:ext uri="{FF2B5EF4-FFF2-40B4-BE49-F238E27FC236}">
                <a16:creationId xmlns:a16="http://schemas.microsoft.com/office/drawing/2014/main" id="{2219BD91-4FD3-193B-F904-321E5F73A30B}"/>
              </a:ext>
            </a:extLst>
          </p:cNvPr>
          <p:cNvSpPr txBox="1"/>
          <p:nvPr/>
        </p:nvSpPr>
        <p:spPr>
          <a:xfrm>
            <a:off x="2579116" y="6299154"/>
            <a:ext cx="173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/>
              <a:t>climate.xlsx</a:t>
            </a:r>
            <a:endParaRPr lang="da-DK" dirty="0"/>
          </a:p>
        </p:txBody>
      </p:sp>
      <p:cxnSp>
        <p:nvCxnSpPr>
          <p:cNvPr id="47" name="Lige forbindelse 46">
            <a:extLst>
              <a:ext uri="{FF2B5EF4-FFF2-40B4-BE49-F238E27FC236}">
                <a16:creationId xmlns:a16="http://schemas.microsoft.com/office/drawing/2014/main" id="{FE480EC0-9987-A2D0-7E7B-5E4CD6B1B0FB}"/>
              </a:ext>
            </a:extLst>
          </p:cNvPr>
          <p:cNvCxnSpPr>
            <a:cxnSpLocks/>
          </p:cNvCxnSpPr>
          <p:nvPr/>
        </p:nvCxnSpPr>
        <p:spPr>
          <a:xfrm flipH="1">
            <a:off x="3116654" y="4656899"/>
            <a:ext cx="2055" cy="499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8" name="Grafik 47" descr="Papir kontur">
            <a:extLst>
              <a:ext uri="{FF2B5EF4-FFF2-40B4-BE49-F238E27FC236}">
                <a16:creationId xmlns:a16="http://schemas.microsoft.com/office/drawing/2014/main" id="{F4A978AD-4D4F-05A8-F2CB-B03EEC8DD0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8132" y="5207673"/>
            <a:ext cx="1133383" cy="1133383"/>
          </a:xfrm>
          <a:prstGeom prst="rect">
            <a:avLst/>
          </a:prstGeom>
        </p:spPr>
      </p:pic>
      <p:cxnSp>
        <p:nvCxnSpPr>
          <p:cNvPr id="50" name="Lige forbindelse 49">
            <a:extLst>
              <a:ext uri="{FF2B5EF4-FFF2-40B4-BE49-F238E27FC236}">
                <a16:creationId xmlns:a16="http://schemas.microsoft.com/office/drawing/2014/main" id="{16135C10-0B2E-2F96-E245-0CFD3C6465FF}"/>
              </a:ext>
            </a:extLst>
          </p:cNvPr>
          <p:cNvCxnSpPr>
            <a:cxnSpLocks/>
          </p:cNvCxnSpPr>
          <p:nvPr/>
        </p:nvCxnSpPr>
        <p:spPr>
          <a:xfrm flipH="1">
            <a:off x="2206376" y="4656899"/>
            <a:ext cx="2055" cy="499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Grafik 51" descr="Papir kontur">
            <a:extLst>
              <a:ext uri="{FF2B5EF4-FFF2-40B4-BE49-F238E27FC236}">
                <a16:creationId xmlns:a16="http://schemas.microsoft.com/office/drawing/2014/main" id="{161AF623-66D0-6DDA-1BE2-690EAC4F74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8002" y="5207673"/>
            <a:ext cx="1133383" cy="1133383"/>
          </a:xfrm>
          <a:prstGeom prst="rect">
            <a:avLst/>
          </a:prstGeom>
        </p:spPr>
      </p:pic>
      <p:sp>
        <p:nvSpPr>
          <p:cNvPr id="80" name="Tekstfelt 79">
            <a:extLst>
              <a:ext uri="{FF2B5EF4-FFF2-40B4-BE49-F238E27FC236}">
                <a16:creationId xmlns:a16="http://schemas.microsoft.com/office/drawing/2014/main" id="{4F317280-E151-1330-C016-4BCD5092B0AE}"/>
              </a:ext>
            </a:extLst>
          </p:cNvPr>
          <p:cNvSpPr txBox="1"/>
          <p:nvPr/>
        </p:nvSpPr>
        <p:spPr>
          <a:xfrm>
            <a:off x="9617343" y="6338473"/>
            <a:ext cx="2275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presentation1A.qmd</a:t>
            </a:r>
          </a:p>
        </p:txBody>
      </p:sp>
      <p:pic>
        <p:nvPicPr>
          <p:cNvPr id="84" name="Grafik 83" descr="Papir kontur">
            <a:extLst>
              <a:ext uri="{FF2B5EF4-FFF2-40B4-BE49-F238E27FC236}">
                <a16:creationId xmlns:a16="http://schemas.microsoft.com/office/drawing/2014/main" id="{EC12AB94-226E-218B-9F8C-14D9247131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8496" y="5237061"/>
            <a:ext cx="1133383" cy="1133383"/>
          </a:xfrm>
          <a:prstGeom prst="rect">
            <a:avLst/>
          </a:prstGeom>
        </p:spPr>
      </p:pic>
      <p:sp>
        <p:nvSpPr>
          <p:cNvPr id="85" name="Tekstfelt 84">
            <a:extLst>
              <a:ext uri="{FF2B5EF4-FFF2-40B4-BE49-F238E27FC236}">
                <a16:creationId xmlns:a16="http://schemas.microsoft.com/office/drawing/2014/main" id="{910A30ED-DC26-C87F-9DFE-45EEEB7162C4}"/>
              </a:ext>
            </a:extLst>
          </p:cNvPr>
          <p:cNvSpPr txBox="1"/>
          <p:nvPr/>
        </p:nvSpPr>
        <p:spPr>
          <a:xfrm>
            <a:off x="1227790" y="6295715"/>
            <a:ext cx="173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[…].</a:t>
            </a:r>
            <a:r>
              <a:rPr lang="da-DK" dirty="0" err="1"/>
              <a:t>xlsx</a:t>
            </a:r>
            <a:endParaRPr lang="da-DK" dirty="0"/>
          </a:p>
        </p:txBody>
      </p:sp>
      <p:cxnSp>
        <p:nvCxnSpPr>
          <p:cNvPr id="2" name="Lige forbindelse 1">
            <a:extLst>
              <a:ext uri="{FF2B5EF4-FFF2-40B4-BE49-F238E27FC236}">
                <a16:creationId xmlns:a16="http://schemas.microsoft.com/office/drawing/2014/main" id="{49C08A63-2EAD-EE10-AE87-46097EEF53AF}"/>
              </a:ext>
            </a:extLst>
          </p:cNvPr>
          <p:cNvCxnSpPr>
            <a:cxnSpLocks/>
          </p:cNvCxnSpPr>
          <p:nvPr/>
        </p:nvCxnSpPr>
        <p:spPr>
          <a:xfrm flipH="1">
            <a:off x="9854453" y="4170409"/>
            <a:ext cx="2055" cy="499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Lige forbindelse 2">
            <a:extLst>
              <a:ext uri="{FF2B5EF4-FFF2-40B4-BE49-F238E27FC236}">
                <a16:creationId xmlns:a16="http://schemas.microsoft.com/office/drawing/2014/main" id="{6E467A60-E94F-B25E-77A3-AD86CF71CCDE}"/>
              </a:ext>
            </a:extLst>
          </p:cNvPr>
          <p:cNvCxnSpPr>
            <a:cxnSpLocks/>
          </p:cNvCxnSpPr>
          <p:nvPr/>
        </p:nvCxnSpPr>
        <p:spPr>
          <a:xfrm flipH="1">
            <a:off x="9008979" y="4656899"/>
            <a:ext cx="15885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Lige forbindelse 3">
            <a:extLst>
              <a:ext uri="{FF2B5EF4-FFF2-40B4-BE49-F238E27FC236}">
                <a16:creationId xmlns:a16="http://schemas.microsoft.com/office/drawing/2014/main" id="{E86C5BD8-785D-DA3E-B246-6746E85C10D4}"/>
              </a:ext>
            </a:extLst>
          </p:cNvPr>
          <p:cNvCxnSpPr>
            <a:cxnSpLocks/>
          </p:cNvCxnSpPr>
          <p:nvPr/>
        </p:nvCxnSpPr>
        <p:spPr>
          <a:xfrm flipH="1">
            <a:off x="10584245" y="4656899"/>
            <a:ext cx="2055" cy="499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Lige forbindelse 4">
            <a:extLst>
              <a:ext uri="{FF2B5EF4-FFF2-40B4-BE49-F238E27FC236}">
                <a16:creationId xmlns:a16="http://schemas.microsoft.com/office/drawing/2014/main" id="{420D07B4-1B15-5C57-CB73-646F0857F642}"/>
              </a:ext>
            </a:extLst>
          </p:cNvPr>
          <p:cNvCxnSpPr>
            <a:cxnSpLocks/>
          </p:cNvCxnSpPr>
          <p:nvPr/>
        </p:nvCxnSpPr>
        <p:spPr>
          <a:xfrm flipH="1">
            <a:off x="9023430" y="4656899"/>
            <a:ext cx="2055" cy="499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kstfelt 5">
            <a:extLst>
              <a:ext uri="{FF2B5EF4-FFF2-40B4-BE49-F238E27FC236}">
                <a16:creationId xmlns:a16="http://schemas.microsoft.com/office/drawing/2014/main" id="{7EF037EA-A9CC-BC20-7254-3F5A076C566F}"/>
              </a:ext>
            </a:extLst>
          </p:cNvPr>
          <p:cNvSpPr txBox="1"/>
          <p:nvPr/>
        </p:nvSpPr>
        <p:spPr>
          <a:xfrm>
            <a:off x="7908348" y="6338473"/>
            <a:ext cx="2275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…</a:t>
            </a:r>
          </a:p>
        </p:txBody>
      </p:sp>
      <p:pic>
        <p:nvPicPr>
          <p:cNvPr id="7" name="Grafik 6" descr="Papir kontur">
            <a:extLst>
              <a:ext uri="{FF2B5EF4-FFF2-40B4-BE49-F238E27FC236}">
                <a16:creationId xmlns:a16="http://schemas.microsoft.com/office/drawing/2014/main" id="{050563CA-9D05-66B1-5CEC-61060C1BF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9501" y="5237061"/>
            <a:ext cx="1133383" cy="113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4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</Words>
  <Application>Microsoft Macintosh PowerPoint</Application>
  <PresentationFormat>Widescreen</PresentationFormat>
  <Paragraphs>9</Paragraphs>
  <Slides>2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Office-tema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Helene Scheel Wegener</dc:creator>
  <cp:lastModifiedBy>Helene Scheel Wegener</cp:lastModifiedBy>
  <cp:revision>16</cp:revision>
  <dcterms:created xsi:type="dcterms:W3CDTF">2024-11-22T09:24:59Z</dcterms:created>
  <dcterms:modified xsi:type="dcterms:W3CDTF">2025-03-27T08:00:20Z</dcterms:modified>
</cp:coreProperties>
</file>